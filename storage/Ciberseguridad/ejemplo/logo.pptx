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88440" y="133920"/>
            <a:ext cx="69944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388440" y="2353320"/>
            <a:ext cx="6994800" cy="583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B385EB-459C-4D2B-BECC-7E63B6AFC2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88440" y="133920"/>
            <a:ext cx="69944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2657880" y="9162720"/>
            <a:ext cx="2463120" cy="6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5572440" y="9162720"/>
            <a:ext cx="1810440" cy="6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F3ACBF-1A35-4128-AB12-B35ECD56F904}" type="slidenum"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388440" y="9162720"/>
            <a:ext cx="1810440" cy="6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1"/>
          <a:srcRect l="12882" t="8076" r="6707" b="6105"/>
          <a:stretch/>
        </p:blipFill>
        <p:spPr>
          <a:xfrm>
            <a:off x="3060000" y="4800600"/>
            <a:ext cx="4319280" cy="5062680"/>
          </a:xfrm>
          <a:prstGeom prst="rect">
            <a:avLst/>
          </a:prstGeom>
          <a:ln w="0">
            <a:noFill/>
          </a:ln>
        </p:spPr>
      </p:pic>
      <p:pic>
        <p:nvPicPr>
          <p:cNvPr id="7" name="" descr=""/>
          <p:cNvPicPr/>
          <p:nvPr/>
        </p:nvPicPr>
        <p:blipFill>
          <a:blip r:embed="rId2"/>
          <a:srcRect l="14218" t="8076" r="8714" b="7327"/>
          <a:stretch/>
        </p:blipFill>
        <p:spPr>
          <a:xfrm>
            <a:off x="396000" y="84600"/>
            <a:ext cx="4139280" cy="4990680"/>
          </a:xfrm>
          <a:prstGeom prst="rect">
            <a:avLst/>
          </a:prstGeom>
          <a:ln w="0">
            <a:noFill/>
          </a:ln>
        </p:spPr>
      </p:pic>
      <p:sp>
        <p:nvSpPr>
          <p:cNvPr id="8" name=""/>
          <p:cNvSpPr/>
          <p:nvPr/>
        </p:nvSpPr>
        <p:spPr>
          <a:xfrm>
            <a:off x="68040" y="84600"/>
            <a:ext cx="4885200" cy="51940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MX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2804040" y="4800600"/>
            <a:ext cx="4885200" cy="51940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MX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0" name="" descr=""/>
          <p:cNvPicPr/>
          <p:nvPr/>
        </p:nvPicPr>
        <p:blipFill>
          <a:blip r:embed="rId3"/>
          <a:srcRect l="12882" t="8076" r="6707" b="6105"/>
          <a:stretch/>
        </p:blipFill>
        <p:spPr>
          <a:xfrm>
            <a:off x="5081760" y="1438560"/>
            <a:ext cx="2475360" cy="3320280"/>
          </a:xfrm>
          <a:prstGeom prst="rect">
            <a:avLst/>
          </a:prstGeom>
          <a:ln w="0">
            <a:noFill/>
          </a:ln>
        </p:spPr>
      </p:pic>
      <p:sp>
        <p:nvSpPr>
          <p:cNvPr id="11" name=""/>
          <p:cNvSpPr/>
          <p:nvPr/>
        </p:nvSpPr>
        <p:spPr>
          <a:xfrm>
            <a:off x="4934880" y="1438560"/>
            <a:ext cx="2799720" cy="34066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MX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2" name="" descr=""/>
          <p:cNvPicPr/>
          <p:nvPr/>
        </p:nvPicPr>
        <p:blipFill>
          <a:blip r:embed="rId4"/>
          <a:srcRect l="12882" t="8076" r="6707" b="6105"/>
          <a:stretch/>
        </p:blipFill>
        <p:spPr>
          <a:xfrm>
            <a:off x="186840" y="6651360"/>
            <a:ext cx="2475360" cy="3320280"/>
          </a:xfrm>
          <a:prstGeom prst="rect">
            <a:avLst/>
          </a:prstGeom>
          <a:ln w="0">
            <a:noFill/>
          </a:ln>
        </p:spPr>
      </p:pic>
      <p:sp>
        <p:nvSpPr>
          <p:cNvPr id="13" name=""/>
          <p:cNvSpPr/>
          <p:nvPr/>
        </p:nvSpPr>
        <p:spPr>
          <a:xfrm>
            <a:off x="39960" y="6651360"/>
            <a:ext cx="2799720" cy="34066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MX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rcRect l="12882" t="8076" r="6707" b="6105"/>
          <a:stretch/>
        </p:blipFill>
        <p:spPr>
          <a:xfrm>
            <a:off x="2064600" y="3399120"/>
            <a:ext cx="2475360" cy="3320280"/>
          </a:xfrm>
          <a:prstGeom prst="rect">
            <a:avLst/>
          </a:prstGeom>
          <a:ln w="0">
            <a:noFill/>
          </a:ln>
        </p:spPr>
      </p:pic>
      <p:sp>
        <p:nvSpPr>
          <p:cNvPr id="15" name=""/>
          <p:cNvSpPr/>
          <p:nvPr/>
        </p:nvSpPr>
        <p:spPr>
          <a:xfrm>
            <a:off x="1917720" y="3399120"/>
            <a:ext cx="2799720" cy="34066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6" name="" descr=""/>
          <p:cNvPicPr/>
          <p:nvPr/>
        </p:nvPicPr>
        <p:blipFill>
          <a:blip r:embed="rId2"/>
          <a:srcRect l="12882" t="8076" r="6707" b="6105"/>
          <a:stretch/>
        </p:blipFill>
        <p:spPr>
          <a:xfrm>
            <a:off x="401400" y="108000"/>
            <a:ext cx="2475360" cy="3320280"/>
          </a:xfrm>
          <a:prstGeom prst="rect">
            <a:avLst/>
          </a:prstGeom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254520" y="108000"/>
            <a:ext cx="2799720" cy="34066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8" name="" descr=""/>
          <p:cNvPicPr/>
          <p:nvPr/>
        </p:nvPicPr>
        <p:blipFill>
          <a:blip r:embed="rId3"/>
          <a:srcRect l="12882" t="8076" r="6707" b="6105"/>
          <a:stretch/>
        </p:blipFill>
        <p:spPr>
          <a:xfrm>
            <a:off x="186840" y="6579360"/>
            <a:ext cx="2475360" cy="3320280"/>
          </a:xfrm>
          <a:prstGeom prst="rect">
            <a:avLst/>
          </a:prstGeom>
          <a:ln w="0">
            <a:noFill/>
          </a:ln>
        </p:spPr>
      </p:pic>
      <p:sp>
        <p:nvSpPr>
          <p:cNvPr id="19" name=""/>
          <p:cNvSpPr/>
          <p:nvPr/>
        </p:nvSpPr>
        <p:spPr>
          <a:xfrm>
            <a:off x="39960" y="6579360"/>
            <a:ext cx="2799720" cy="34066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0" name="" descr=""/>
          <p:cNvPicPr/>
          <p:nvPr/>
        </p:nvPicPr>
        <p:blipFill>
          <a:blip r:embed="rId4"/>
          <a:srcRect l="12882" t="8076" r="6707" b="6105"/>
          <a:stretch/>
        </p:blipFill>
        <p:spPr>
          <a:xfrm>
            <a:off x="3854880" y="49320"/>
            <a:ext cx="2475360" cy="3320280"/>
          </a:xfrm>
          <a:prstGeom prst="rect">
            <a:avLst/>
          </a:prstGeom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3708000" y="49320"/>
            <a:ext cx="2799720" cy="34066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2" name="" descr=""/>
          <p:cNvPicPr/>
          <p:nvPr/>
        </p:nvPicPr>
        <p:blipFill>
          <a:blip r:embed="rId5"/>
          <a:srcRect l="12882" t="8076" r="6707" b="6105"/>
          <a:stretch/>
        </p:blipFill>
        <p:spPr>
          <a:xfrm>
            <a:off x="4367160" y="6480000"/>
            <a:ext cx="2475360" cy="3320280"/>
          </a:xfrm>
          <a:prstGeom prst="rect">
            <a:avLst/>
          </a:prstGeom>
          <a:ln w="0">
            <a:noFill/>
          </a:ln>
        </p:spPr>
      </p:pic>
      <p:sp>
        <p:nvSpPr>
          <p:cNvPr id="23" name=""/>
          <p:cNvSpPr/>
          <p:nvPr/>
        </p:nvSpPr>
        <p:spPr>
          <a:xfrm>
            <a:off x="4220280" y="6480000"/>
            <a:ext cx="2799720" cy="34066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4" name="" descr=""/>
          <p:cNvPicPr/>
          <p:nvPr/>
        </p:nvPicPr>
        <p:blipFill>
          <a:blip r:embed="rId6"/>
          <a:srcRect l="12882" t="8076" r="6707" b="6105"/>
          <a:stretch/>
        </p:blipFill>
        <p:spPr>
          <a:xfrm>
            <a:off x="186840" y="6579360"/>
            <a:ext cx="2475360" cy="3320280"/>
          </a:xfrm>
          <a:prstGeom prst="rect">
            <a:avLst/>
          </a:prstGeom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39960" y="6579360"/>
            <a:ext cx="2799720" cy="340668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2026-01-23T10:47:57Z</dcterms:created>
  <dc:creator/>
  <dc:description/>
  <dc:language>es-MX</dc:language>
  <cp:lastModifiedBy/>
  <dcterms:modified xsi:type="dcterms:W3CDTF">2026-02-06T19:10:29Z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